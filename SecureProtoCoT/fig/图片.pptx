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A72E"/>
    <a:srgbClr val="654246"/>
    <a:srgbClr val="4E28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3156" y="-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0938C3-36F5-4363-B1A9-355D943EFE2B}" type="doc">
      <dgm:prSet loTypeId="urn:microsoft.com/office/officeart/2005/8/layout/cycle1" loCatId="cycle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zh-CN" altLang="en-US"/>
        </a:p>
      </dgm:t>
    </dgm:pt>
    <dgm:pt modelId="{51E926A6-0A7A-4FA7-97D2-72A11E31A780}">
      <dgm:prSet phldrT="[文本]" custT="1"/>
      <dgm:spPr/>
      <dgm:t>
        <a:bodyPr/>
        <a:lstStyle/>
        <a:p>
          <a:r>
            <a:rPr lang="en-US" altLang="zh-CN" sz="2000" b="1" dirty="0"/>
            <a:t>Generate code</a:t>
          </a:r>
          <a:endParaRPr lang="zh-CN" altLang="en-US" sz="2000" b="1" dirty="0"/>
        </a:p>
      </dgm:t>
    </dgm:pt>
    <dgm:pt modelId="{705E1CE3-C072-4257-86E9-5DD78B5F7C80}" type="parTrans" cxnId="{7C07E2D6-0BC1-4373-8C0C-A904BA73A187}">
      <dgm:prSet/>
      <dgm:spPr/>
      <dgm:t>
        <a:bodyPr/>
        <a:lstStyle/>
        <a:p>
          <a:endParaRPr lang="zh-CN" altLang="en-US"/>
        </a:p>
      </dgm:t>
    </dgm:pt>
    <dgm:pt modelId="{AB9ABBC1-509B-418C-93B9-5AE4311C9B4F}" type="sibTrans" cxnId="{7C07E2D6-0BC1-4373-8C0C-A904BA73A187}">
      <dgm:prSet/>
      <dgm:spPr/>
      <dgm:t>
        <a:bodyPr/>
        <a:lstStyle/>
        <a:p>
          <a:endParaRPr lang="zh-CN" altLang="en-US"/>
        </a:p>
      </dgm:t>
    </dgm:pt>
    <dgm:pt modelId="{0DD7143E-0ECD-449B-A0C0-425B59C148FB}">
      <dgm:prSet phldrT="[文本]" custT="1"/>
      <dgm:spPr/>
      <dgm:t>
        <a:bodyPr/>
        <a:lstStyle/>
        <a:p>
          <a:r>
            <a:rPr lang="en-US" altLang="en-US" sz="2000" b="1" dirty="0"/>
            <a:t>LLM Self-Assessment</a:t>
          </a:r>
          <a:endParaRPr lang="zh-CN" altLang="en-US" sz="2000" b="1" dirty="0"/>
        </a:p>
      </dgm:t>
    </dgm:pt>
    <dgm:pt modelId="{C20F3D37-CCFE-440E-8291-6432644CB8D8}" type="parTrans" cxnId="{3F999138-2ADD-43E2-9052-FC137EDF0843}">
      <dgm:prSet/>
      <dgm:spPr/>
      <dgm:t>
        <a:bodyPr/>
        <a:lstStyle/>
        <a:p>
          <a:endParaRPr lang="zh-CN" altLang="en-US"/>
        </a:p>
      </dgm:t>
    </dgm:pt>
    <dgm:pt modelId="{A7108C52-96E0-47FA-9732-DD33B1DB0F28}" type="sibTrans" cxnId="{3F999138-2ADD-43E2-9052-FC137EDF0843}">
      <dgm:prSet/>
      <dgm:spPr/>
      <dgm:t>
        <a:bodyPr/>
        <a:lstStyle/>
        <a:p>
          <a:endParaRPr lang="zh-CN" altLang="en-US"/>
        </a:p>
      </dgm:t>
    </dgm:pt>
    <dgm:pt modelId="{88F878BA-49AF-4FE4-A657-EA1FA2EE4B81}">
      <dgm:prSet phldrT="[文本]" phldr="0" custT="1"/>
      <dgm:spPr/>
      <dgm:t>
        <a:bodyPr/>
        <a:lstStyle/>
        <a:p>
          <a:r>
            <a:rPr lang="en-US" altLang="zh-CN" sz="2000" b="1" dirty="0"/>
            <a:t>Self-correct</a:t>
          </a:r>
          <a:endParaRPr lang="zh-CN" altLang="en-US" sz="2000" b="1" dirty="0"/>
        </a:p>
      </dgm:t>
    </dgm:pt>
    <dgm:pt modelId="{07777BB6-3BED-46D5-8E8C-1814E1874DD1}" type="parTrans" cxnId="{F747860E-BF1A-49D6-BD11-F4602B4DAC2E}">
      <dgm:prSet/>
      <dgm:spPr/>
      <dgm:t>
        <a:bodyPr/>
        <a:lstStyle/>
        <a:p>
          <a:endParaRPr lang="zh-CN" altLang="en-US"/>
        </a:p>
      </dgm:t>
    </dgm:pt>
    <dgm:pt modelId="{482C7332-7D31-4F86-A70B-DD8DE0C6A21C}" type="sibTrans" cxnId="{F747860E-BF1A-49D6-BD11-F4602B4DAC2E}">
      <dgm:prSet/>
      <dgm:spPr/>
      <dgm:t>
        <a:bodyPr/>
        <a:lstStyle/>
        <a:p>
          <a:endParaRPr lang="zh-CN" altLang="en-US"/>
        </a:p>
      </dgm:t>
    </dgm:pt>
    <dgm:pt modelId="{B604753D-0A82-4448-B944-754B9546978A}" type="pres">
      <dgm:prSet presAssocID="{8F0938C3-36F5-4363-B1A9-355D943EFE2B}" presName="cycle" presStyleCnt="0">
        <dgm:presLayoutVars>
          <dgm:dir/>
          <dgm:resizeHandles val="exact"/>
        </dgm:presLayoutVars>
      </dgm:prSet>
      <dgm:spPr/>
    </dgm:pt>
    <dgm:pt modelId="{109C3AEF-F417-4252-B23D-6B8FA53C325E}" type="pres">
      <dgm:prSet presAssocID="{51E926A6-0A7A-4FA7-97D2-72A11E31A780}" presName="dummy" presStyleCnt="0"/>
      <dgm:spPr/>
    </dgm:pt>
    <dgm:pt modelId="{D39C2D09-65FA-4B88-90C0-BE4754CD810D}" type="pres">
      <dgm:prSet presAssocID="{51E926A6-0A7A-4FA7-97D2-72A11E31A780}" presName="node" presStyleLbl="revTx" presStyleIdx="0" presStyleCnt="3">
        <dgm:presLayoutVars>
          <dgm:bulletEnabled val="1"/>
        </dgm:presLayoutVars>
      </dgm:prSet>
      <dgm:spPr/>
    </dgm:pt>
    <dgm:pt modelId="{CF83BCEB-AC6F-4C63-BCC3-255E49FCC63B}" type="pres">
      <dgm:prSet presAssocID="{AB9ABBC1-509B-418C-93B9-5AE4311C9B4F}" presName="sibTrans" presStyleLbl="node1" presStyleIdx="0" presStyleCnt="3"/>
      <dgm:spPr/>
    </dgm:pt>
    <dgm:pt modelId="{26FD196A-90E2-4BAF-8914-9CEED7B15088}" type="pres">
      <dgm:prSet presAssocID="{0DD7143E-0ECD-449B-A0C0-425B59C148FB}" presName="dummy" presStyleCnt="0"/>
      <dgm:spPr/>
    </dgm:pt>
    <dgm:pt modelId="{AFCDAAEE-64FE-44F9-BAB9-63D8EB635115}" type="pres">
      <dgm:prSet presAssocID="{0DD7143E-0ECD-449B-A0C0-425B59C148FB}" presName="node" presStyleLbl="revTx" presStyleIdx="1" presStyleCnt="3">
        <dgm:presLayoutVars>
          <dgm:bulletEnabled val="1"/>
        </dgm:presLayoutVars>
      </dgm:prSet>
      <dgm:spPr/>
    </dgm:pt>
    <dgm:pt modelId="{D0E2054E-FFA3-4AEB-A326-83F47E7808A8}" type="pres">
      <dgm:prSet presAssocID="{A7108C52-96E0-47FA-9732-DD33B1DB0F28}" presName="sibTrans" presStyleLbl="node1" presStyleIdx="1" presStyleCnt="3"/>
      <dgm:spPr/>
    </dgm:pt>
    <dgm:pt modelId="{3E28DC08-3EC1-4FC7-81DC-B8419F9E0337}" type="pres">
      <dgm:prSet presAssocID="{88F878BA-49AF-4FE4-A657-EA1FA2EE4B81}" presName="dummy" presStyleCnt="0"/>
      <dgm:spPr/>
    </dgm:pt>
    <dgm:pt modelId="{54227058-CFB3-4B02-ABDD-E36CB4527B20}" type="pres">
      <dgm:prSet presAssocID="{88F878BA-49AF-4FE4-A657-EA1FA2EE4B81}" presName="node" presStyleLbl="revTx" presStyleIdx="2" presStyleCnt="3">
        <dgm:presLayoutVars>
          <dgm:bulletEnabled val="1"/>
        </dgm:presLayoutVars>
      </dgm:prSet>
      <dgm:spPr/>
    </dgm:pt>
    <dgm:pt modelId="{7A51C6F0-D413-41C2-B6B9-C6C2B4389926}" type="pres">
      <dgm:prSet presAssocID="{482C7332-7D31-4F86-A70B-DD8DE0C6A21C}" presName="sibTrans" presStyleLbl="node1" presStyleIdx="2" presStyleCnt="3" custScaleX="129738" custScaleY="129252" custLinFactNeighborX="1653" custLinFactNeighborY="10624"/>
      <dgm:spPr/>
    </dgm:pt>
  </dgm:ptLst>
  <dgm:cxnLst>
    <dgm:cxn modelId="{F747860E-BF1A-49D6-BD11-F4602B4DAC2E}" srcId="{8F0938C3-36F5-4363-B1A9-355D943EFE2B}" destId="{88F878BA-49AF-4FE4-A657-EA1FA2EE4B81}" srcOrd="2" destOrd="0" parTransId="{07777BB6-3BED-46D5-8E8C-1814E1874DD1}" sibTransId="{482C7332-7D31-4F86-A70B-DD8DE0C6A21C}"/>
    <dgm:cxn modelId="{3F999138-2ADD-43E2-9052-FC137EDF0843}" srcId="{8F0938C3-36F5-4363-B1A9-355D943EFE2B}" destId="{0DD7143E-0ECD-449B-A0C0-425B59C148FB}" srcOrd="1" destOrd="0" parTransId="{C20F3D37-CCFE-440E-8291-6432644CB8D8}" sibTransId="{A7108C52-96E0-47FA-9732-DD33B1DB0F28}"/>
    <dgm:cxn modelId="{1920C06A-AC01-4F5A-B81E-6B8BD6093275}" type="presOf" srcId="{88F878BA-49AF-4FE4-A657-EA1FA2EE4B81}" destId="{54227058-CFB3-4B02-ABDD-E36CB4527B20}" srcOrd="0" destOrd="0" presId="urn:microsoft.com/office/officeart/2005/8/layout/cycle1"/>
    <dgm:cxn modelId="{C1625885-8155-4C94-8101-6268974CCB94}" type="presOf" srcId="{0DD7143E-0ECD-449B-A0C0-425B59C148FB}" destId="{AFCDAAEE-64FE-44F9-BAB9-63D8EB635115}" srcOrd="0" destOrd="0" presId="urn:microsoft.com/office/officeart/2005/8/layout/cycle1"/>
    <dgm:cxn modelId="{7478A79B-B7F1-4607-8DC9-DD5702741F25}" type="presOf" srcId="{AB9ABBC1-509B-418C-93B9-5AE4311C9B4F}" destId="{CF83BCEB-AC6F-4C63-BCC3-255E49FCC63B}" srcOrd="0" destOrd="0" presId="urn:microsoft.com/office/officeart/2005/8/layout/cycle1"/>
    <dgm:cxn modelId="{EAAF75A5-790B-4CFE-A3E4-85C3E5293517}" type="presOf" srcId="{51E926A6-0A7A-4FA7-97D2-72A11E31A780}" destId="{D39C2D09-65FA-4B88-90C0-BE4754CD810D}" srcOrd="0" destOrd="0" presId="urn:microsoft.com/office/officeart/2005/8/layout/cycle1"/>
    <dgm:cxn modelId="{7542DEC5-3284-47A5-86EC-7F0847BA437D}" type="presOf" srcId="{8F0938C3-36F5-4363-B1A9-355D943EFE2B}" destId="{B604753D-0A82-4448-B944-754B9546978A}" srcOrd="0" destOrd="0" presId="urn:microsoft.com/office/officeart/2005/8/layout/cycle1"/>
    <dgm:cxn modelId="{7C07E2D6-0BC1-4373-8C0C-A904BA73A187}" srcId="{8F0938C3-36F5-4363-B1A9-355D943EFE2B}" destId="{51E926A6-0A7A-4FA7-97D2-72A11E31A780}" srcOrd="0" destOrd="0" parTransId="{705E1CE3-C072-4257-86E9-5DD78B5F7C80}" sibTransId="{AB9ABBC1-509B-418C-93B9-5AE4311C9B4F}"/>
    <dgm:cxn modelId="{B3DE0DE2-32D6-4BB0-B6F9-663B8E41F6F9}" type="presOf" srcId="{482C7332-7D31-4F86-A70B-DD8DE0C6A21C}" destId="{7A51C6F0-D413-41C2-B6B9-C6C2B4389926}" srcOrd="0" destOrd="0" presId="urn:microsoft.com/office/officeart/2005/8/layout/cycle1"/>
    <dgm:cxn modelId="{BC782FFD-E1D6-4177-913E-6ECCA712BD66}" type="presOf" srcId="{A7108C52-96E0-47FA-9732-DD33B1DB0F28}" destId="{D0E2054E-FFA3-4AEB-A326-83F47E7808A8}" srcOrd="0" destOrd="0" presId="urn:microsoft.com/office/officeart/2005/8/layout/cycle1"/>
    <dgm:cxn modelId="{BE078F1C-6D72-4B3B-A788-AC7D2B009743}" type="presParOf" srcId="{B604753D-0A82-4448-B944-754B9546978A}" destId="{109C3AEF-F417-4252-B23D-6B8FA53C325E}" srcOrd="0" destOrd="0" presId="urn:microsoft.com/office/officeart/2005/8/layout/cycle1"/>
    <dgm:cxn modelId="{6AB03B9C-B5C7-491F-951F-18AD28BC66B1}" type="presParOf" srcId="{B604753D-0A82-4448-B944-754B9546978A}" destId="{D39C2D09-65FA-4B88-90C0-BE4754CD810D}" srcOrd="1" destOrd="0" presId="urn:microsoft.com/office/officeart/2005/8/layout/cycle1"/>
    <dgm:cxn modelId="{44AC93D8-1DE7-4FE2-8294-69B52713B941}" type="presParOf" srcId="{B604753D-0A82-4448-B944-754B9546978A}" destId="{CF83BCEB-AC6F-4C63-BCC3-255E49FCC63B}" srcOrd="2" destOrd="0" presId="urn:microsoft.com/office/officeart/2005/8/layout/cycle1"/>
    <dgm:cxn modelId="{AA25E137-30D3-4C71-92A9-8B9952431D8A}" type="presParOf" srcId="{B604753D-0A82-4448-B944-754B9546978A}" destId="{26FD196A-90E2-4BAF-8914-9CEED7B15088}" srcOrd="3" destOrd="0" presId="urn:microsoft.com/office/officeart/2005/8/layout/cycle1"/>
    <dgm:cxn modelId="{028A401C-BF35-4F34-B70C-5E9B20C9BB2C}" type="presParOf" srcId="{B604753D-0A82-4448-B944-754B9546978A}" destId="{AFCDAAEE-64FE-44F9-BAB9-63D8EB635115}" srcOrd="4" destOrd="0" presId="urn:microsoft.com/office/officeart/2005/8/layout/cycle1"/>
    <dgm:cxn modelId="{10D3570E-4E9C-4B8A-AC18-9D5DC21AF670}" type="presParOf" srcId="{B604753D-0A82-4448-B944-754B9546978A}" destId="{D0E2054E-FFA3-4AEB-A326-83F47E7808A8}" srcOrd="5" destOrd="0" presId="urn:microsoft.com/office/officeart/2005/8/layout/cycle1"/>
    <dgm:cxn modelId="{53AD1D25-3B47-4D0B-95F3-67243F59871E}" type="presParOf" srcId="{B604753D-0A82-4448-B944-754B9546978A}" destId="{3E28DC08-3EC1-4FC7-81DC-B8419F9E0337}" srcOrd="6" destOrd="0" presId="urn:microsoft.com/office/officeart/2005/8/layout/cycle1"/>
    <dgm:cxn modelId="{09169AAA-9461-44BE-81E7-BAFA5ED19849}" type="presParOf" srcId="{B604753D-0A82-4448-B944-754B9546978A}" destId="{54227058-CFB3-4B02-ABDD-E36CB4527B20}" srcOrd="7" destOrd="0" presId="urn:microsoft.com/office/officeart/2005/8/layout/cycle1"/>
    <dgm:cxn modelId="{3AB025E9-52F9-4CBC-8FE1-B042BD0D28A7}" type="presParOf" srcId="{B604753D-0A82-4448-B944-754B9546978A}" destId="{7A51C6F0-D413-41C2-B6B9-C6C2B4389926}" srcOrd="8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9C2D09-65FA-4B88-90C0-BE4754CD810D}">
      <dsp:nvSpPr>
        <dsp:cNvPr id="0" name=""/>
        <dsp:cNvSpPr/>
      </dsp:nvSpPr>
      <dsp:spPr>
        <a:xfrm>
          <a:off x="4759498" y="399442"/>
          <a:ext cx="2043906" cy="204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Generate code</a:t>
          </a:r>
          <a:endParaRPr lang="zh-CN" altLang="en-US" sz="2000" b="1" kern="1200" dirty="0"/>
        </a:p>
      </dsp:txBody>
      <dsp:txXfrm>
        <a:off x="4759498" y="399442"/>
        <a:ext cx="2043906" cy="2043906"/>
      </dsp:txXfrm>
    </dsp:sp>
    <dsp:sp modelId="{CF83BCEB-AC6F-4C63-BCC3-255E49FCC63B}">
      <dsp:nvSpPr>
        <dsp:cNvPr id="0" name=""/>
        <dsp:cNvSpPr/>
      </dsp:nvSpPr>
      <dsp:spPr>
        <a:xfrm>
          <a:off x="1649082" y="-1950"/>
          <a:ext cx="4829834" cy="4829834"/>
        </a:xfrm>
        <a:prstGeom prst="circularArrow">
          <a:avLst>
            <a:gd name="adj1" fmla="val 8252"/>
            <a:gd name="adj2" fmla="val 576426"/>
            <a:gd name="adj3" fmla="val 2962443"/>
            <a:gd name="adj4" fmla="val 52669"/>
            <a:gd name="adj5" fmla="val 962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FCDAAEE-64FE-44F9-BAB9-63D8EB635115}">
      <dsp:nvSpPr>
        <dsp:cNvPr id="0" name=""/>
        <dsp:cNvSpPr/>
      </dsp:nvSpPr>
      <dsp:spPr>
        <a:xfrm>
          <a:off x="3042046" y="3374155"/>
          <a:ext cx="2043906" cy="204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000" b="1" kern="1200" dirty="0"/>
            <a:t>LLM Self-Assessment</a:t>
          </a:r>
          <a:endParaRPr lang="zh-CN" altLang="en-US" sz="2000" b="1" kern="1200" dirty="0"/>
        </a:p>
      </dsp:txBody>
      <dsp:txXfrm>
        <a:off x="3042046" y="3374155"/>
        <a:ext cx="2043906" cy="2043906"/>
      </dsp:txXfrm>
    </dsp:sp>
    <dsp:sp modelId="{D0E2054E-FFA3-4AEB-A326-83F47E7808A8}">
      <dsp:nvSpPr>
        <dsp:cNvPr id="0" name=""/>
        <dsp:cNvSpPr/>
      </dsp:nvSpPr>
      <dsp:spPr>
        <a:xfrm>
          <a:off x="1649082" y="-1950"/>
          <a:ext cx="4829834" cy="4829834"/>
        </a:xfrm>
        <a:prstGeom prst="circularArrow">
          <a:avLst>
            <a:gd name="adj1" fmla="val 8252"/>
            <a:gd name="adj2" fmla="val 576426"/>
            <a:gd name="adj3" fmla="val 10170905"/>
            <a:gd name="adj4" fmla="val 7261132"/>
            <a:gd name="adj5" fmla="val 9627"/>
          </a:avLst>
        </a:prstGeom>
        <a:solidFill>
          <a:schemeClr val="accent2">
            <a:hueOff val="3221807"/>
            <a:satOff val="-9246"/>
            <a:lumOff val="-1480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4227058-CFB3-4B02-ABDD-E36CB4527B20}">
      <dsp:nvSpPr>
        <dsp:cNvPr id="0" name=""/>
        <dsp:cNvSpPr/>
      </dsp:nvSpPr>
      <dsp:spPr>
        <a:xfrm>
          <a:off x="1324595" y="399442"/>
          <a:ext cx="2043906" cy="2043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/>
            <a:t>Self-correct</a:t>
          </a:r>
          <a:endParaRPr lang="zh-CN" altLang="en-US" sz="2000" b="1" kern="1200" dirty="0"/>
        </a:p>
      </dsp:txBody>
      <dsp:txXfrm>
        <a:off x="1324595" y="399442"/>
        <a:ext cx="2043906" cy="2043906"/>
      </dsp:txXfrm>
    </dsp:sp>
    <dsp:sp modelId="{7A51C6F0-D413-41C2-B6B9-C6C2B4389926}">
      <dsp:nvSpPr>
        <dsp:cNvPr id="0" name=""/>
        <dsp:cNvSpPr/>
      </dsp:nvSpPr>
      <dsp:spPr>
        <a:xfrm>
          <a:off x="1010771" y="-195240"/>
          <a:ext cx="6266130" cy="6242657"/>
        </a:xfrm>
        <a:prstGeom prst="circularArrow">
          <a:avLst>
            <a:gd name="adj1" fmla="val 8252"/>
            <a:gd name="adj2" fmla="val 576426"/>
            <a:gd name="adj3" fmla="val 16855402"/>
            <a:gd name="adj4" fmla="val 14968173"/>
            <a:gd name="adj5" fmla="val 9627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9D674-7951-4D75-9C57-10FD355918CE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246995-7192-4BAC-B29B-6A1538CD1F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40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246995-7192-4BAC-B29B-6A1538CD1F3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886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844F4-191F-6E60-916E-C16D8870B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6BCBF5D-D367-4ECA-1290-8F7C261C0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D615F-3BDB-76D6-7E38-8BEC16190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62167E-843D-49EC-BEFF-9DF1FC8D7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7990D3-61ED-1EBD-02C9-A75CFF90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5215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F84F87-4446-BF6B-92DE-DE9318B06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E8587A-0922-C357-444F-43948A9104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831FC8C-5299-7ACA-A9CA-4C12656B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45AAA8-660D-3782-CBE9-C33786380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4377140-E391-FF77-544B-219F5F6E1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60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105E3-039C-3013-8D85-05330F050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EFB0C6-5067-A2D5-30F5-3E5922C58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98597C-9F30-AF20-2CDE-B1B2C3B2F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691352-7BC7-366B-3E34-5C4B6DFBA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2722D5F-EA98-9FDC-AF24-4E4C07796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991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1B84E-E24D-3718-88BD-8D381EB26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7BE91B-847B-CBCE-B9F5-7147B4BEC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DF2307-FD64-3BFD-E7BE-9360284326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F9744-BD72-0BAB-D0E4-B8540CBEF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A274D82-8AC1-5A20-09A3-8D43E009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B0AF62-8667-0906-2841-562A8BBB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563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F164EE-682E-13C0-AE56-F2DE8F1A2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C4DCAE-1889-2919-9AEB-CE29EF3C69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D7AD96-8060-7296-073D-0E19EA5EC7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F77C21F-9C83-87F7-8C5D-52BD9F79C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C541FB1-AD66-7799-E5A9-0B87AA4F00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BD8ADA-978B-998B-A12C-535231EAB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FDCB94-8D1B-A00C-C8E1-4881BB7EA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9CA4ED3-28A1-3491-5D1E-B064616D3A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6535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3238A-417F-B7C3-5752-8B28605B8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58D609-394D-D461-4F53-049218EB2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A5F379E-EE22-D4D3-FDAD-4897B067E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FB861C-F823-2A94-488B-DA5C932A6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22586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C2CC9E8-33A9-B0B9-D759-B3F12056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BA9F5C2-CF42-57AC-51AF-A3C6F8F70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104BAAC-FBBC-0DBF-5370-DA9CBA8F4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1554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1F336C-E8B4-0D04-431D-10ACE1554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A54D98-C8AE-E334-8D67-1982F4262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A93DA1-88F7-55C7-39BF-C7A80138D8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7BC0AD-9A73-9394-6E7D-7D64C6051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79BC38-9B50-23FA-9AC7-93782723A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79387F8-54F5-59DB-95B5-4365887B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147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E13701-5ABA-8533-460A-43ED2C081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ACAA507-8C62-25E2-A5B9-AEC3A070D4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72CEE5-DBD2-8174-7ED3-45B43CAAA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731205-7590-5429-1BFC-3EFC551D0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82A5BE-0312-CA18-0B9A-C5D68C8E0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45BDC2-63C3-E4E6-A30B-51453759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085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B0FAAA-D928-9A49-0A31-5AC747712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6486040-81D7-CB3D-1817-2EDAF342DF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EAAB667-773C-AC46-2B2B-CE2B0255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9DFF90-3885-219F-11E2-789936665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D5A0B4-D92E-0DBE-1BF4-63CDD3007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105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FDDCA6-3551-780B-ACDF-B6906AD06A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D8B9800-6781-70E1-38AD-3FDC77F2DB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D96A7-09B9-310B-A061-6CE89ADA1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B3F79B-FB5A-E79C-E698-C15F357BE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9C9D2E-3D64-CF1A-D399-5E77B4DDD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707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917D945-5C1F-0C39-4E5F-67E0D8C84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149CC4A-CF1C-7C60-8261-3D43B82DD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5E05C9-0739-0F21-5DB1-E6C179F00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BDB9C-BB14-4415-BC3D-F773B2A6537B}" type="datetimeFigureOut">
              <a:rPr lang="zh-CN" altLang="en-US" smtClean="0"/>
              <a:t>2026-06-28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F8D41F-02A4-A587-46FB-39DB60CEF8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9F535A-2AF7-A857-85C8-7F9FFE6E1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1DCA1A-F1B0-425E-BF20-52A4CA723F3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35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image" Target="../media/image4.pn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5B340390-E8D7-6B2D-302F-8E7B7AA9C30D}"/>
              </a:ext>
            </a:extLst>
          </p:cNvPr>
          <p:cNvCxnSpPr/>
          <p:nvPr/>
        </p:nvCxnSpPr>
        <p:spPr>
          <a:xfrm>
            <a:off x="6216503" y="515679"/>
            <a:ext cx="0" cy="582664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F3977021-3D03-42F4-C9E3-083A2ECA8263}"/>
              </a:ext>
            </a:extLst>
          </p:cNvPr>
          <p:cNvGrpSpPr/>
          <p:nvPr/>
        </p:nvGrpSpPr>
        <p:grpSpPr>
          <a:xfrm>
            <a:off x="-1010770" y="1525996"/>
            <a:ext cx="8128000" cy="5418667"/>
            <a:chOff x="-980558" y="923654"/>
            <a:chExt cx="8128000" cy="5418667"/>
          </a:xfrm>
        </p:grpSpPr>
        <p:graphicFrame>
          <p:nvGraphicFramePr>
            <p:cNvPr id="15" name="图示 14">
              <a:extLst>
                <a:ext uri="{FF2B5EF4-FFF2-40B4-BE49-F238E27FC236}">
                  <a16:creationId xmlns:a16="http://schemas.microsoft.com/office/drawing/2014/main" id="{2CA1963D-3233-3E25-1965-FD86AB5D6D3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574762379"/>
                </p:ext>
              </p:extLst>
            </p:nvPr>
          </p:nvGraphicFramePr>
          <p:xfrm>
            <a:off x="-980558" y="923654"/>
            <a:ext cx="8128000" cy="5418667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6" name="乘号 15">
              <a:extLst>
                <a:ext uri="{FF2B5EF4-FFF2-40B4-BE49-F238E27FC236}">
                  <a16:creationId xmlns:a16="http://schemas.microsoft.com/office/drawing/2014/main" id="{CD93A3A2-96BE-A13F-43E0-9C53C507A5A8}"/>
                </a:ext>
              </a:extLst>
            </p:cNvPr>
            <p:cNvSpPr/>
            <p:nvPr/>
          </p:nvSpPr>
          <p:spPr>
            <a:xfrm>
              <a:off x="1480459" y="3563257"/>
              <a:ext cx="885370" cy="901459"/>
            </a:xfrm>
            <a:prstGeom prst="mathMultiply">
              <a:avLst/>
            </a:prstGeom>
            <a:solidFill>
              <a:srgbClr val="C0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乘号 16">
              <a:extLst>
                <a:ext uri="{FF2B5EF4-FFF2-40B4-BE49-F238E27FC236}">
                  <a16:creationId xmlns:a16="http://schemas.microsoft.com/office/drawing/2014/main" id="{2A023CB6-E9D5-F276-132F-43E99F16AF06}"/>
                </a:ext>
              </a:extLst>
            </p:cNvPr>
            <p:cNvSpPr/>
            <p:nvPr/>
          </p:nvSpPr>
          <p:spPr>
            <a:xfrm>
              <a:off x="3991427" y="3643086"/>
              <a:ext cx="718453" cy="821630"/>
            </a:xfrm>
            <a:prstGeom prst="mathMultiply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DF44B7ED-C4EA-B6BF-F3B1-8902FE0434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28434" y="2209800"/>
              <a:ext cx="1219200" cy="1219200"/>
            </a:xfrm>
            <a:prstGeom prst="rect">
              <a:avLst/>
            </a:prstGeom>
          </p:spPr>
        </p:pic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F9782077-60A5-CAC9-36C0-4DED9601765F}"/>
                </a:ext>
              </a:extLst>
            </p:cNvPr>
            <p:cNvSpPr txBox="1"/>
            <p:nvPr/>
          </p:nvSpPr>
          <p:spPr>
            <a:xfrm>
              <a:off x="2705062" y="3490766"/>
              <a:ext cx="86594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/>
                <a:t>LLM</a:t>
              </a:r>
              <a:endParaRPr lang="zh-CN" altLang="en-US" sz="2800" b="1" dirty="0"/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8C9B4135-A3D4-8F81-51AF-6754C6459E7D}"/>
              </a:ext>
            </a:extLst>
          </p:cNvPr>
          <p:cNvSpPr txBox="1"/>
          <p:nvPr/>
        </p:nvSpPr>
        <p:spPr>
          <a:xfrm>
            <a:off x="444954" y="499737"/>
            <a:ext cx="5982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/>
              <a:t>A</a:t>
            </a:r>
            <a:endParaRPr lang="zh-CN" altLang="en-US" sz="48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95F60D2-E14F-84CE-13BA-2FA6BE592410}"/>
              </a:ext>
            </a:extLst>
          </p:cNvPr>
          <p:cNvSpPr txBox="1"/>
          <p:nvPr/>
        </p:nvSpPr>
        <p:spPr>
          <a:xfrm>
            <a:off x="6749086" y="499737"/>
            <a:ext cx="5565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 b="1" dirty="0"/>
              <a:t>B</a:t>
            </a:r>
            <a:endParaRPr lang="zh-CN" altLang="en-US" sz="4800" b="1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03C72BD-34D3-0B11-C85F-61508887B150}"/>
              </a:ext>
            </a:extLst>
          </p:cNvPr>
          <p:cNvSpPr txBox="1"/>
          <p:nvPr/>
        </p:nvSpPr>
        <p:spPr>
          <a:xfrm>
            <a:off x="1809191" y="653623"/>
            <a:ext cx="4555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Existing Paradigm</a:t>
            </a:r>
            <a:endParaRPr lang="zh-CN" altLang="en-US" sz="2800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800812B-7CFF-4FF6-BB2E-55912C78069A}"/>
              </a:ext>
            </a:extLst>
          </p:cNvPr>
          <p:cNvSpPr txBox="1"/>
          <p:nvPr/>
        </p:nvSpPr>
        <p:spPr>
          <a:xfrm>
            <a:off x="8298271" y="700140"/>
            <a:ext cx="3036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ISR(Ours)</a:t>
            </a:r>
            <a:endParaRPr lang="zh-CN" altLang="en-US" sz="2800" b="1" dirty="0"/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69F74A2A-0FB9-E6D3-D80D-AC2E4010318A}"/>
              </a:ext>
            </a:extLst>
          </p:cNvPr>
          <p:cNvGrpSpPr/>
          <p:nvPr/>
        </p:nvGrpSpPr>
        <p:grpSpPr>
          <a:xfrm>
            <a:off x="6734708" y="1418622"/>
            <a:ext cx="5457292" cy="4511353"/>
            <a:chOff x="6742929" y="1646507"/>
            <a:chExt cx="5457292" cy="4511353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D080BBF8-9CB5-9261-9070-33D2B951F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2929" y="2192930"/>
              <a:ext cx="1643884" cy="1643884"/>
            </a:xfrm>
            <a:prstGeom prst="rect">
              <a:avLst/>
            </a:prstGeom>
          </p:spPr>
        </p:pic>
        <p:sp>
          <p:nvSpPr>
            <p:cNvPr id="27" name="箭头: 右 26">
              <a:extLst>
                <a:ext uri="{FF2B5EF4-FFF2-40B4-BE49-F238E27FC236}">
                  <a16:creationId xmlns:a16="http://schemas.microsoft.com/office/drawing/2014/main" id="{A7463B07-BD5E-9336-3952-ACCDCCFD4B1C}"/>
                </a:ext>
              </a:extLst>
            </p:cNvPr>
            <p:cNvSpPr/>
            <p:nvPr/>
          </p:nvSpPr>
          <p:spPr>
            <a:xfrm>
              <a:off x="8431030" y="2574072"/>
              <a:ext cx="1379104" cy="389466"/>
            </a:xfrm>
            <a:prstGeom prst="rightArrow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9" name="图片 28">
              <a:extLst>
                <a:ext uri="{FF2B5EF4-FFF2-40B4-BE49-F238E27FC236}">
                  <a16:creationId xmlns:a16="http://schemas.microsoft.com/office/drawing/2014/main" id="{AEAD1966-92B5-8F4C-8221-BD8051964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98568" y="1646507"/>
              <a:ext cx="1855129" cy="1855129"/>
            </a:xfrm>
            <a:prstGeom prst="rect">
              <a:avLst/>
            </a:prstGeom>
          </p:spPr>
        </p:pic>
        <p:sp>
          <p:nvSpPr>
            <p:cNvPr id="35" name="箭头: 环形 34">
              <a:extLst>
                <a:ext uri="{FF2B5EF4-FFF2-40B4-BE49-F238E27FC236}">
                  <a16:creationId xmlns:a16="http://schemas.microsoft.com/office/drawing/2014/main" id="{CF491620-B22E-758D-A4DE-7666762B8CE3}"/>
                </a:ext>
              </a:extLst>
            </p:cNvPr>
            <p:cNvSpPr/>
            <p:nvPr/>
          </p:nvSpPr>
          <p:spPr>
            <a:xfrm rot="10800000">
              <a:off x="7357750" y="2383918"/>
              <a:ext cx="2594429" cy="3166533"/>
            </a:xfrm>
            <a:prstGeom prst="circularArrow">
              <a:avLst>
                <a:gd name="adj1" fmla="val 12500"/>
                <a:gd name="adj2" fmla="val 1142319"/>
                <a:gd name="adj3" fmla="val 20457681"/>
                <a:gd name="adj4" fmla="val 10800000"/>
                <a:gd name="adj5" fmla="val 14701"/>
              </a:avLst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BE5DB4A2-63D5-2E7A-0D49-40605928C749}"/>
                </a:ext>
              </a:extLst>
            </p:cNvPr>
            <p:cNvSpPr/>
            <p:nvPr/>
          </p:nvSpPr>
          <p:spPr>
            <a:xfrm>
              <a:off x="8818958" y="4553545"/>
              <a:ext cx="1219200" cy="117342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427FA61C-FD40-456E-ED4C-DAED82EF9F4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0677" y="4507773"/>
              <a:ext cx="1292346" cy="1219200"/>
            </a:xfrm>
            <a:prstGeom prst="rect">
              <a:avLst/>
            </a:prstGeom>
          </p:spPr>
        </p:pic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78238B6C-C4AD-227D-A05E-90FB6F260770}"/>
                </a:ext>
              </a:extLst>
            </p:cNvPr>
            <p:cNvSpPr/>
            <p:nvPr/>
          </p:nvSpPr>
          <p:spPr>
            <a:xfrm>
              <a:off x="9934173" y="2738125"/>
              <a:ext cx="859627" cy="90560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3" name="图片 32">
              <a:extLst>
                <a:ext uri="{FF2B5EF4-FFF2-40B4-BE49-F238E27FC236}">
                  <a16:creationId xmlns:a16="http://schemas.microsoft.com/office/drawing/2014/main" id="{BB326507-F5A4-D2EA-FC19-D4B4EA1639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23311" y="2690416"/>
              <a:ext cx="1219200" cy="1219200"/>
            </a:xfrm>
            <a:prstGeom prst="rect">
              <a:avLst/>
            </a:prstGeom>
          </p:spPr>
        </p:pic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584D90C0-3BAB-C175-D9BF-E20E78AEE0E3}"/>
                </a:ext>
              </a:extLst>
            </p:cNvPr>
            <p:cNvSpPr txBox="1"/>
            <p:nvPr/>
          </p:nvSpPr>
          <p:spPr>
            <a:xfrm>
              <a:off x="8092134" y="5726973"/>
              <a:ext cx="30360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/>
                <a:t>Iterative Repair</a:t>
              </a:r>
              <a:endParaRPr lang="zh-CN" altLang="en-US" sz="2200" b="1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7A1E08BD-89A6-062D-8453-134AE9F174E8}"/>
                </a:ext>
              </a:extLst>
            </p:cNvPr>
            <p:cNvSpPr txBox="1"/>
            <p:nvPr/>
          </p:nvSpPr>
          <p:spPr>
            <a:xfrm>
              <a:off x="9992005" y="3796550"/>
              <a:ext cx="2208216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200" b="1" dirty="0"/>
                <a:t>External Safety Classifier</a:t>
              </a:r>
              <a:endParaRPr lang="zh-CN" altLang="en-US" sz="2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91399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0C6EA-6BE0-E0AF-0DE1-AABB9B09A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F84E2D-B066-D9C4-C9AD-F20C061D14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4DABA5B-C503-9486-E180-B213B677CD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53D317-E8D9-4B6A-9159-62D26AC82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909" y="446235"/>
            <a:ext cx="10698182" cy="5965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167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AD124-3100-9116-92BF-AC5BA056F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785A67DA-019F-CC68-D49A-9A5D643A9F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4" t="21323" r="20739" b="6013"/>
          <a:stretch>
            <a:fillRect/>
          </a:stretch>
        </p:blipFill>
        <p:spPr>
          <a:xfrm>
            <a:off x="4159947" y="2054014"/>
            <a:ext cx="2266749" cy="127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CF904D6-9C84-4516-1F01-CB2186C4D1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07" t="21299" r="22629" b="8019"/>
          <a:stretch>
            <a:fillRect/>
          </a:stretch>
        </p:blipFill>
        <p:spPr>
          <a:xfrm>
            <a:off x="6975496" y="2062481"/>
            <a:ext cx="1934633" cy="1270000"/>
          </a:xfrm>
          <a:prstGeom prst="rect">
            <a:avLst/>
          </a:prstGeom>
        </p:spPr>
      </p:pic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051B3AB1-520C-2D79-156E-0501A222E998}"/>
              </a:ext>
            </a:extLst>
          </p:cNvPr>
          <p:cNvCxnSpPr>
            <a:cxnSpLocks/>
          </p:cNvCxnSpPr>
          <p:nvPr/>
        </p:nvCxnSpPr>
        <p:spPr>
          <a:xfrm>
            <a:off x="4038600" y="1866900"/>
            <a:ext cx="521605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61846DD-8646-C3E2-6D33-DF21C2F88A5B}"/>
              </a:ext>
            </a:extLst>
          </p:cNvPr>
          <p:cNvCxnSpPr>
            <a:cxnSpLocks/>
          </p:cNvCxnSpPr>
          <p:nvPr/>
        </p:nvCxnSpPr>
        <p:spPr>
          <a:xfrm>
            <a:off x="6599767" y="1363133"/>
            <a:ext cx="0" cy="258233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9F4896E4-33C4-71E7-54DA-850CFAEC4FD9}"/>
              </a:ext>
            </a:extLst>
          </p:cNvPr>
          <p:cNvSpPr txBox="1"/>
          <p:nvPr/>
        </p:nvSpPr>
        <p:spPr>
          <a:xfrm>
            <a:off x="4413913" y="1486718"/>
            <a:ext cx="17588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ISR-2 Real Attention</a:t>
            </a:r>
            <a:endParaRPr lang="zh-CN" altLang="en-US" sz="1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923FB76-8B69-D5C1-58DD-E605C779AA1E}"/>
              </a:ext>
            </a:extLst>
          </p:cNvPr>
          <p:cNvSpPr txBox="1"/>
          <p:nvPr/>
        </p:nvSpPr>
        <p:spPr>
          <a:xfrm>
            <a:off x="6646626" y="1486719"/>
            <a:ext cx="25923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/>
              <a:t>ISR-random Random Attention</a:t>
            </a:r>
            <a:endParaRPr lang="zh-CN" altLang="en-US" sz="1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6143F6C-5918-32DE-5CD0-C6F1489B782E}"/>
              </a:ext>
            </a:extLst>
          </p:cNvPr>
          <p:cNvSpPr txBox="1"/>
          <p:nvPr/>
        </p:nvSpPr>
        <p:spPr>
          <a:xfrm>
            <a:off x="4212233" y="2654300"/>
            <a:ext cx="2162176" cy="625474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4CE909D-3057-6236-1C6A-D54F82018476}"/>
              </a:ext>
            </a:extLst>
          </p:cNvPr>
          <p:cNvSpPr txBox="1"/>
          <p:nvPr/>
        </p:nvSpPr>
        <p:spPr>
          <a:xfrm>
            <a:off x="6002551" y="2967037"/>
            <a:ext cx="26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accent6"/>
                </a:solidFill>
              </a:rPr>
              <a:t>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73C09EC-2755-8D5C-EDE1-A49BD92F3778}"/>
              </a:ext>
            </a:extLst>
          </p:cNvPr>
          <p:cNvSpPr txBox="1"/>
          <p:nvPr/>
        </p:nvSpPr>
        <p:spPr>
          <a:xfrm>
            <a:off x="8377451" y="2963149"/>
            <a:ext cx="263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×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82377AB-7A40-C2CB-515E-A946E896C5D3}"/>
              </a:ext>
            </a:extLst>
          </p:cNvPr>
          <p:cNvSpPr txBox="1"/>
          <p:nvPr/>
        </p:nvSpPr>
        <p:spPr>
          <a:xfrm>
            <a:off x="7010669" y="2672928"/>
            <a:ext cx="1864288" cy="62547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D7885B16-E3AA-1EC9-2178-ECC1418DB184}"/>
              </a:ext>
            </a:extLst>
          </p:cNvPr>
          <p:cNvSpPr/>
          <p:nvPr/>
        </p:nvSpPr>
        <p:spPr>
          <a:xfrm>
            <a:off x="7131050" y="2314575"/>
            <a:ext cx="866775" cy="98835"/>
          </a:xfrm>
          <a:prstGeom prst="roundRect">
            <a:avLst/>
          </a:prstGeom>
          <a:solidFill>
            <a:srgbClr val="4E281F">
              <a:alpha val="59000"/>
            </a:srgbClr>
          </a:solidFill>
          <a:ln w="3175">
            <a:solidFill>
              <a:srgbClr val="654246"/>
            </a:solidFill>
          </a:ln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29D7B4A-71CE-52D9-4517-6A81EF57E4A5}"/>
              </a:ext>
            </a:extLst>
          </p:cNvPr>
          <p:cNvSpPr txBox="1"/>
          <p:nvPr/>
        </p:nvSpPr>
        <p:spPr>
          <a:xfrm>
            <a:off x="6769100" y="26543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C7FD6B4-B2AB-7FBA-729B-C8C84F2E10EF}"/>
              </a:ext>
            </a:extLst>
          </p:cNvPr>
          <p:cNvSpPr txBox="1"/>
          <p:nvPr/>
        </p:nvSpPr>
        <p:spPr>
          <a:xfrm>
            <a:off x="5671471" y="2391301"/>
            <a:ext cx="1339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4EA72E"/>
                </a:solidFill>
              </a:rPr>
              <a:t>Attn=0.92</a:t>
            </a:r>
            <a:endParaRPr lang="zh-CN" altLang="en-US" sz="1000" dirty="0">
              <a:solidFill>
                <a:srgbClr val="4EA72E"/>
              </a:solidFill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4D62A082-5506-322D-041D-458D77EF2000}"/>
              </a:ext>
            </a:extLst>
          </p:cNvPr>
          <p:cNvSpPr txBox="1"/>
          <p:nvPr/>
        </p:nvSpPr>
        <p:spPr>
          <a:xfrm>
            <a:off x="7784378" y="2413410"/>
            <a:ext cx="13391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Random Attention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29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5659</TotalTime>
  <Words>33</Words>
  <Application>Microsoft Office PowerPoint</Application>
  <PresentationFormat>宽屏</PresentationFormat>
  <Paragraphs>17</Paragraphs>
  <Slides>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志蕾 张</dc:creator>
  <cp:lastModifiedBy>志蕾 张</cp:lastModifiedBy>
  <cp:revision>25</cp:revision>
  <dcterms:created xsi:type="dcterms:W3CDTF">2026-06-14T16:12:52Z</dcterms:created>
  <dcterms:modified xsi:type="dcterms:W3CDTF">2026-06-29T15:28:30Z</dcterms:modified>
</cp:coreProperties>
</file>